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nstrument Sans Medium"/>
      <p:regular r:id="rId14"/>
    </p:embeddedFon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Unleash Your Inner Chef: Mastering the Art of AI Recipe Prompts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a culinary adventure where technology meets gastronomy. We'll delve into the world of AI recipe prompts, uncovering secrets to create delicious dishes with ease.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0093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4517" y="5971103"/>
            <a:ext cx="16133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MH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821561"/>
            <a:ext cx="44654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Makkena  Venkata Harshitha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Anatomy of an AI Recipe Prompt: Dissecting the Core Components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Word Count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desired length of the recipe. Aim for concise, digestible recipes. Specify a word count to control the recipe's length.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Recipe Topic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Clearly define the dish you want to create. Be specific with the type of cuisine, ingredients, and desired flavor profile.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overall mood. Would you prefer a casual, professional, or humorous tone? Tone influences the recipe's style and voice.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277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Crafting the Perfect Prompt: Word Count, Recipe Topic, and Tone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964424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903839" y="3964424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desired word count for the recipe. Aim for concise and digestible content.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10171867" y="3964424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10795516" y="3964424"/>
            <a:ext cx="304121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specific with the type of cuisine, ingredients, and flavor profile. For example, "spicy Thai curry" or "vegan chocolate cake."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626090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6903839" y="6260902"/>
            <a:ext cx="69327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desired tone of the recipe, such as casual, professional, or humorous. The tone influences the voice and style.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42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Beyond the Basics: Injecting Personality and Humor into Your Prompts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510796"/>
            <a:ext cx="3664863" cy="1905238"/>
          </a:xfrm>
          <a:prstGeom prst="roundRect">
            <a:avLst>
              <a:gd name="adj" fmla="val 1786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737610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personality to your prompts by specifying your preferred cooking style, like "rustic" or "refined."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85467" y="3510796"/>
            <a:ext cx="3664863" cy="1905238"/>
          </a:xfrm>
          <a:prstGeom prst="roundRect">
            <a:avLst>
              <a:gd name="adj" fmla="val 1786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4912281" y="3737610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specific requests for the recipe's structure, like "step-by-step instructions" or "tips for beginners."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642848"/>
            <a:ext cx="7556421" cy="1542336"/>
          </a:xfrm>
          <a:prstGeom prst="roundRect">
            <a:avLst>
              <a:gd name="adj" fmla="val 2206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1020604" y="5869662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 humor with witty prompts like "a recipe for a dish that would impress your picky eater" or "a recipe that is so easy, even a dog could cook it."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443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Prompt to Plate: Real-World Examples and Recipe Showcases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68093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474726"/>
            <a:ext cx="36080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Prompt: Generate a 300-word recipe for creamy mushroom pasta with a touch of truffle oil, focusing on a casual tone and including helpful tips for beginners.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21" y="3680936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42021" y="4474726"/>
            <a:ext cx="360818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Prompt: Create a 500-word recipe blog for a decadent chocolate cake with a focus on a professional tone, highlighting the history of the dessert and providing elegant serving suggestions.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787360"/>
            <a:ext cx="7594997" cy="2074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 and Key Takeaways: Level Up Your AI Recipe Game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577489" y="3193733"/>
            <a:ext cx="30480" cy="4248388"/>
          </a:xfrm>
          <a:prstGeom prst="roundRect">
            <a:avLst>
              <a:gd name="adj" fmla="val 108905"/>
            </a:avLst>
          </a:prstGeom>
          <a:solidFill>
            <a:srgbClr val="575757"/>
          </a:solidFill>
          <a:ln/>
        </p:spPr>
      </p:sp>
      <p:sp>
        <p:nvSpPr>
          <p:cNvPr id="5" name="Shape 2"/>
          <p:cNvSpPr/>
          <p:nvPr/>
        </p:nvSpPr>
        <p:spPr>
          <a:xfrm>
            <a:off x="6811149" y="3676174"/>
            <a:ext cx="774502" cy="30480"/>
          </a:xfrm>
          <a:prstGeom prst="roundRect">
            <a:avLst>
              <a:gd name="adj" fmla="val 108905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6343829" y="3442573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6528137" y="3525441"/>
            <a:ext cx="129183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9786" y="3414951"/>
            <a:ext cx="604611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different recipe prompt generators. Experiment with various platforms and find one that suits your needs.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11149" y="5048012"/>
            <a:ext cx="774502" cy="30480"/>
          </a:xfrm>
          <a:prstGeom prst="roundRect">
            <a:avLst>
              <a:gd name="adj" fmla="val 108905"/>
            </a:avLst>
          </a:prstGeom>
          <a:solidFill>
            <a:srgbClr val="575757"/>
          </a:solidFill>
          <a:ln/>
        </p:spPr>
      </p:sp>
      <p:sp>
        <p:nvSpPr>
          <p:cNvPr id="10" name="Shape 7"/>
          <p:cNvSpPr/>
          <p:nvPr/>
        </p:nvSpPr>
        <p:spPr>
          <a:xfrm>
            <a:off x="6343829" y="4814411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501229" y="4897279"/>
            <a:ext cx="182880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09786" y="4786789"/>
            <a:ext cx="6046113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Become familiar with the nuances of prompt engineering. Learn to craft precise, descriptive prompts to achieve the desired results.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11149" y="6773942"/>
            <a:ext cx="774502" cy="30480"/>
          </a:xfrm>
          <a:prstGeom prst="roundRect">
            <a:avLst>
              <a:gd name="adj" fmla="val 108905"/>
            </a:avLst>
          </a:prstGeom>
          <a:solidFill>
            <a:srgbClr val="5757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343829" y="6540341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6496943" y="6623209"/>
            <a:ext cx="19157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09786" y="6512719"/>
            <a:ext cx="604611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be afraid to experiment and have fun. The beauty of AI recipe prompts lies in their endless possibilities.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for joining us on this culinary journey. We hope you feel inspired to explore the world of AI recipe prompts and unleash your inner chef.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2025-02-12T06:28:29Z</dcterms:created>
  <dcterms:modified xsi:type="dcterms:W3CDTF">2025-02-12T06:28:29Z</dcterms:modified>
</cp:coreProperties>
</file>